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E1B2A"/>
                </a:solidFill>
                <a:latin typeface="Calibri"/>
              </a:rPr>
              <a:t>Time to download 32 MB (seconds)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6B7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E1B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C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Sequential
1 thread</c:v>
                  </c:pt>
                  <c:pt idx="1">
                    <c:v>Concurrent
8 threads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10.62</c:v>
                </c:pt>
                <c:pt idx="1">
                  <c:v>1.29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0E1B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A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B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E1B2A"/>
                </a:solidFill>
                <a:latin typeface="Calibri"/>
              </a:rPr>
              <a:t>Throughput vs number of chunks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MB/s</c:v>
                </c:pt>
              </c:strCache>
            </c:strRef>
          </c:tx>
          <c:spPr>
            <a:solidFill>
              <a:srgbClr val="00A896"/>
            </a:solidFill>
            <a:ln w="5080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A47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  <c:pt idx="5">
                    <c:v>32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6.1</c:v>
                </c:pt>
                <c:pt idx="2">
                  <c:v>12.4</c:v>
                </c:pt>
                <c:pt idx="3">
                  <c:v>25.8</c:v>
                </c:pt>
                <c:pt idx="4">
                  <c:v>25.5</c:v>
                </c:pt>
                <c:pt idx="5">
                  <c:v>25.6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B3A47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AAAB8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9AAAB8"/>
                    </a:solidFill>
                    <a:latin typeface="Calibri"/>
                  </a:rPr>
                  <a:t>Parallel chunks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A4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A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what async actually buys you, measured. Two live demos - a concurrent file downloader, and a coffee shop. Roughly 3 minutes of concept, then we run real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this is not a CPU problem. The thread is asleep. Concurrency here is not about doing more work at once - it is about doing more WAITING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twelve out. Point at the four columns: start something, chain onto it, combine several, survive failure. Then land on the executor rule - that is the resource-management theme of the whole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IntelliJ. Run: java demo.App download. Talk over Round 1 - point out the single progress bar and the single thread name in the log. Then Round 2 - eight bars, eight thread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IntelliJ, Find in Files for "// DEMO:" and walk ChunkedDownloader. The two lines to dwell on are supplyAsync with OUR executor, and allOf followed by thenApply.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speed is the headline, but the hash is the real point. Parallelism is only a win if the answer is still correct. Non-overlapping ranges are what make that true without a single 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with --compare-pools if there is time; otherwise this chart is the evidence. This is the slide that separates "I used threads" from "I understood the bottleneck".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three or four real names from the room before running. java demo.App coffee. Scenario 1 then 2 - the thread names in the log are the whole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confusion with the API. If they remember one slide from the coffee half, make it this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scenario 4 live and let the audience pick the victim and pick break or hang. The hang is the more interesting one - make the point that a try/catch would wait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takeaway 1 and 3 - those are the ones that show understanding rather than usage.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9AAA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 with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CompletableFuture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programming for better performance and resource management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Adnan</a:t>
            </a:r>
            <a:pPr indent="0" marL="0">
              <a:buNone/>
            </a:pPr>
            <a:r>
              <a:rPr lang="en-US" sz="14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Trine University   ·   Java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5806440"/>
            <a:ext cx="164592" cy="164592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1773936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2084832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2395728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2706624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3017520" y="5806440"/>
            <a:ext cx="164592" cy="164592"/>
          </a:xfrm>
          <a:prstGeom prst="ellipse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blocking thread is not working. It is waiting.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a 64 MB file over one connection: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40280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6B7C8C"/>
          </a:solidFill>
          <a:ln w="12700">
            <a:solidFill>
              <a:srgbClr val="6B7C8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402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 —  blocked in read()  —  21 seconds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24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idle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is parked on a socket read. No work is happening.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1688" y="3611880"/>
            <a:ext cx="457200" cy="457200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168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61688" y="4224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is not the limit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61688" y="4572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servers cap each connection, not each client.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3611880"/>
            <a:ext cx="457200" cy="457200"/>
          </a:xfrm>
          <a:prstGeom prst="ellipse">
            <a:avLst/>
          </a:prstGeom>
          <a:solidFill>
            <a:srgbClr val="6B7C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83296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083296" y="42245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CPU changes nothing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83296" y="4572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I/O problem, so it needs an I/O answer.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07F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So: let several connections wait at the same time.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value that is not ready yet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Java 8. A Future you can chain, combine and recover from, without ever calling get() and blocking.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58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3464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supplyAsync  returns a value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runAsync  returns nothing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38144" y="196596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94176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94176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61104" y="2258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283464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thenApply  transform the result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thenAccept  consume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thenCompose  next step is async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196596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2402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2258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83464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thenCombine  join two futures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  wait for every one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anyOf  react to the first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1965960"/>
            <a:ext cx="2578608" cy="3063240"/>
          </a:xfrm>
          <a:prstGeom prst="roundRect">
            <a:avLst>
              <a:gd name="adj" fmla="val 2837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90304" y="22402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9030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857232" y="2258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08592" y="2834640"/>
            <a:ext cx="21214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exceptionally  supply a fallback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 success and failure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 stop waiting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035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matters:  </a:t>
            </a:r>
            <a:pPr indent="0" marL="0">
              <a:buNone/>
            </a:pPr>
            <a:r>
              <a:rPr lang="en-US" sz="14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pass your own executor. The default is the shared ForkJoinPool.commonPool(), sized to your core count and built for short CPU-bound work — never for blocking I/O.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file, downloaded two ways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68680" y="36576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675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367588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GET, one stream, one thread.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4453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4453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Range requests, eight threads, one file.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230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2303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SHA-256 hashes must match exactly.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2, IN FIVE LINES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file, fan out, fan in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554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453896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ChunkPlan.split(size, 8) cuts [0, size) into eight ranges that never overlap.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5000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350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Pre-allocate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880360" y="2322576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file is sized up front, so every chunk has a valid offset from byte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18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191256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supplyAsync per chunk, on our own io pool. Each sends Range: bytes=start-end and expects 206.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873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160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059936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FileChannel writes. Ranges never overlap, so there is no lock anywhere.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95604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956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5029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in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880360" y="4928616"/>
            <a:ext cx="8641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allOf(...).thenApply(...) finalizes, then thenApply hashes. One join() at the very end.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87044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8704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blocks until that final join(). Everything before it is a description of work, not the waiting for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bytes. Same hash. Eight times faster.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6916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8.2x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on the same machine and the same file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3154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6B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sequential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315468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24.8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923544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MB/s concurrent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4709160"/>
            <a:ext cx="4663440" cy="1280160"/>
          </a:xfrm>
          <a:prstGeom prst="roundRect">
            <a:avLst>
              <a:gd name="adj" fmla="val 5714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1fd8…4101   =   1fd8…4101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0" y="5504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threads, eight offsets, not one byte misplaced.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threads is not a strategy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9164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801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to 8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1488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connection buys real bandwidth, because the server limits each one separately.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498080" y="301752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after that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4747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now total bandwidth. Chunks 9 to 32 add nothing.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4343400"/>
            <a:ext cx="4069080" cy="1143000"/>
          </a:xfrm>
          <a:prstGeom prst="roundRect">
            <a:avLst>
              <a:gd name="adj" fmla="val 6400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4453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they cost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48006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sockets, memory and context switches — paid for, unused.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the pool to the work — not to the machine, and not to optimism.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idea, in plain English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coffee shop. You order, I will take the names live.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barista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00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AA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 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baristas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8006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s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46177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is the slowest drink,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sum of all of them.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thenCompose or thenCombine?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thenCompose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next step needs the last one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grind()  →  brew(grounds)  →  steam(shot)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46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brew before you grind. Each step returns its own future.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thenApply here would leave you holding a CompletableFuture of a CompletableFuture. Compose flattens it.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864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by necessity  ·  2.5 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173736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39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thenCombine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things never needed each other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latte  +  croissant  →  served together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246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croissant never needed the coffee, so it warms while the coffee brews.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costs the slower of the two — 2.5 s, not 2.5 + 1.5 = 4.0 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73952" y="4864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by nature  ·  2.5 s instead of 4.0 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one question: does step two need step one’s answer? Yes → compose. No → combine.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fail, two different tools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47088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64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29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exceptionally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6459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espresso machine breaks mid-shot. The future completes exceptionally, and exceptionally() supplies a substitute so the pipeline still produces a drink.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310128"/>
            <a:ext cx="512064" cy="512064"/>
          </a:xfrm>
          <a:prstGeom prst="ellipse">
            <a:avLst/>
          </a:prstGeom>
          <a:solidFill>
            <a:srgbClr val="C25B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finishes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930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5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orTimeout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31089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just stops responding. Nothing throws, so there is nothing to catch — until orTimeout turns the silence into a TimeoutException. This is the failure try/catch cannot see.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2F6F8"/>
          </a:solidFill>
          <a:ln w="12700">
            <a:solidFill>
              <a:srgbClr val="F2F6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7731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773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5902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way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956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886200" y="45720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success and on failure, so the closing summary is written once instead of twice. completeOnTimeout is the gentler cousin: a default value, never an error.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16293D"/>
          </a:solidFill>
          <a:ln w="12700">
            <a:solidFill>
              <a:srgbClr val="1629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8521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broken order never takes the others down with it — and the program never crashes.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is for waiting, not for speed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254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wins where threads sit blocked on I/O. It will not make your CPU faster.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178308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first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8254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threads, eight offsets, identical SHA-256. Design so the parallel parts cannot collide, and you need no locks.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512064" cy="512064"/>
          </a:xfrm>
          <a:prstGeom prst="ellipse">
            <a:avLst/>
          </a:prstGeom>
          <a:solidFill>
            <a:srgbClr val="F2A6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94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executors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371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blocking work on the common ForkJoinPool. Name your threads, size the pool to the work, shut it down in a finally.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37947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3794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4531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Compose, do not block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48371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with thenCompose and thenCombine, recover with exceptionally and orTimeout. Block exactly once, at the end.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5897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5989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README and talking points in the repo.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Concurrency with CompletableFuture</dc:title>
  <dc:subject>PptxGenJS Presentation</dc:subject>
  <dc:creator>Mohammed Adnan</dc:creator>
  <cp:lastModifiedBy>Mohammed Adnan</cp:lastModifiedBy>
  <cp:revision>1</cp:revision>
  <dcterms:created xsi:type="dcterms:W3CDTF">2026-09-28T05:14:03Z</dcterms:created>
  <dcterms:modified xsi:type="dcterms:W3CDTF">2026-09-28T05:14:03Z</dcterms:modified>
</cp:coreProperties>
</file>